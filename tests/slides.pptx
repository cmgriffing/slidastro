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334500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334500" cy="5248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2026-04-11T23:09:14Z</dcterms:created>
  <dcterms:modified xsi:type="dcterms:W3CDTF">2026-04-11T23:09:14Z</dcterms:modified>
</cp:coreProperties>
</file>